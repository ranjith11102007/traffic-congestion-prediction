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Framing: reactive today, forward-looking with ML. Demo only: training data is simulated and labelled as such in every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reactivity. Static timetables miss incidents, weather, peaks. Key honesty point: no vendor publishes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in five steps plus the production guard. Nothing fabricated.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component parts. Emphasise provider interface and honest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 -&gt; FastAPI -&gt; PostgreSQL. ML package independent of the web layer; providers behind one interface; opt-in scheduler.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6-stage pipeline. Leakage controls. Random Forest rationale. Macro F1. Provenance removes feature skew. Simulated fixture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Providers behind one interface; throttle; opt-in; provenance. Node that missing key fails loudly; NULL for vehicle_count; production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Open-Meteo live-verified (HTTP 200). Fields temperature_2m, precipitation, weather_code. Throttled with traffic; weather is a model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Leaflet map + Chart.js. Honest empty states. Provenance next to forecasts. XSS: all API-derived strings escaped.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451 tests, no external services. Results are demo-only: macro F1 0.737, accuracy 0.856 vs baseline 0.214/0.750. Not real-traffic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benefits then drawbacks. The honest ones are engineered in (labelling, provenance, production guard); the rest are stated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scope, then what is already shipped and running: Docker, CI, and the public single-URL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Honest scope + live deployment + next steps.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365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DC3E6"/>
                </a:solidFill>
                <a:latin typeface="Calibri"/>
              </a:rPr>
              <a:t>PROJECT REPORT – AI-BASED URBAN TRAFFIC CONGESTION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AI-Based Urban Traffic
Congestion Prediction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343400"/>
            <a:ext cx="8899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machine-learning pipeline that predicts per-road-segment congestion ahead of time and visualises it on a live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DC3E6"/>
                </a:solidFill>
                <a:latin typeface="Calibri"/>
              </a:rPr>
              <a:t>Collect  →  Predict  →  Visualise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2743200" cy="566928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Stages 1–8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715000"/>
            <a:ext cx="2743200" cy="566928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7150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451 automated tests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5715000"/>
            <a:ext cx="2743200" cy="566928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7150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Report + deck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45775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Congestion is discovered too late – commuters learn about it when they are already inside it.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Reactive traffic control answers “where is it congested now?”, not “will this road be congested in 30 minutes?”.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Static timetables cannot capture incidents, weather and peak-hour variation.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The question that changes behaviour is forward-looking and per road segment.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The gaps a data-driven system must fill: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1F3864"/>
                </a:solidFill>
                <a:latin typeface="Calibri"/>
              </a:rPr>
              <a:t>      –  no vendor publishes traffic throughput, so vehicle_count is stored as unknown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1F3864"/>
                </a:solidFill>
                <a:latin typeface="Calibri"/>
              </a:rPr>
              <a:t>      –  any system that pretends to know real traffic volume is fabricating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57800"/>
            <a:ext cx="10545775" cy="91440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Need: a forward-looking per-segment congestion estimate that is honest about what it can and cannot know.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Objectives and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545775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Collect  –  real urban traffic observations into PostgreSQL, with provenance on every row.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Engineer  –  leakage-safe features from time, road geometry and weather.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Train  –  a Random Forest classifier and score it against an honest majority-class baseline.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Serve  –  documented REST API returning one error envelope.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Show  –  current and predicted congestion on a map and charts.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Guard  –  boot-time production guard so a misconfigured deployment fails loudly instead of silently serving simulation.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0352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</a:rPr>
              <a:t>Every result traceable to data; nothing fabricated.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246120" cy="20116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Data ingestion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provider interface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labelled simulation OR live TomTom + Open-Meteo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20116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Pipeline + model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6-stage, leakage-controlled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Random Forest v4.0.0, 26 features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artifacts carry provenance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46120" cy="20116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Prediction engine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scored against segment history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insufficient history = explicit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3246120" cy="20116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Dashboard API + frontend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5 aggregation endpoints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Leaflet map + Chart.js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977639"/>
            <a:ext cx="3246120" cy="20116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Production guard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no silent simulation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fails at boot naming the missing setting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77639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One interface, two providers, one honest pipeline</a:t>
            </a:r>
          </a:p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Nothing downstream builds on an unproven assumption.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3063240" cy="7772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Browser / Frontend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static HTML5 + CSS3 + JS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Leaflet map · Chart.js · auto-refresh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15584" y="2395728"/>
            <a:ext cx="548640" cy="365760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816352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FastAPI backend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api/ · schemas/ · services/ · repositories/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one error envelope · CORS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16352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Data providers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Simulated (labelled)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Real: TomTom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Weather: Open-Meteo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84448" y="3127248"/>
            <a:ext cx="777240" cy="237744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opt-in scheduler:  collect → predict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27248" y="4041648"/>
            <a:ext cx="548640" cy="320040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8522208" y="4041648"/>
            <a:ext cx="548640" cy="320040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37360" y="443484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ML pipeline  (ml/)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Random Forest v4.0.0 · 26 features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offline train / evaluate / predict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independent of the web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43484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PostgreSQL 14+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traffic_observations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traffic_predictions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Alembic migrations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Data &amp; ML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45775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Six-stage offline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Featurise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2377440"/>
            <a:ext cx="1691640" cy="68580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377440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29000"/>
            <a:ext cx="10545775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Leakage controls: contemporaneous measurements refused at training AND at the API boundary; backward-only lags; chronological split.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Random Forest – strong on tabular data, little tuning, feature importances explain predictions.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4 congestion levels (free flow / moderate / heavy / severe).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Macro F1 is the headline metric – accuracy optimisers ignore rare severe congestion.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Every artifact stores its own feature order + provenance – no train/serve feature-skew failure mode, and the fixture is labelled simulated.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Real-Time Traffic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Provider interface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SimulatedTrafficProvider – labelled, always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RealTrafficProvider – TomTom Flow Segment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WeatherProvider – Open-Meteo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one code path for scheduled + manual POST /collect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Collection behaviour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throttled per cycle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opt-in via COLLECTION_ENABLED=true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timestamped with source provenance on every row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stored first, predicted second (auto-prediction)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73736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Honesty + failure mode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missing provider key fails loudly, never silently simulated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vehicle_count unknown → stored as NULL (no vendor publishes throughput)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production requires TRAFFIC_PROVIDER=real + TRAFFIC_API_KEY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no self-serve throughput API – a system claiming volume fabricates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A6D1D"/>
                </a:solidFill>
                <a:latin typeface="Calibri"/>
              </a:rPr>
              <a:t>Live outside the suite: Open-Meteo call verified (HTTP 200). TomTom needs a real key.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Weather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83080"/>
            <a:ext cx="4572000" cy="640080"/>
          </a:xfrm>
          <a:prstGeom prst="roundRect">
            <a:avLst>
              <a:gd name="adj" fmla="val 1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Open-Meteo  –  no API key required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13248" y="1984248"/>
            <a:ext cx="548640" cy="237744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0176" y="1783080"/>
            <a:ext cx="5394960" cy="64008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178308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appended to each observation before featurisation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1054577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Live call verified in this project: HTTP 200, fields current.temperature_2m, current.precipitation, current.weather_code.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Weather cycles share the throttled provider pipeline – one cycle, weather + traffic together.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Weather fields become model features alongside time and road geometry.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In production the weather provider keeps working with TRAFFIC_PROVIDER=real.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Weather is standard practice for congestion models – rain and temperature shift speed distributions.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0352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No key, no fabrications – the weather source was exercised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4577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Leaflet map coloured by predicted congestion class (free / moderate / heavy / severe).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Chart.js trend chart – speed vs forecast over 1 / 6 / 12 / 24 hours.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Auto-refresh; live traffic tab → map → analytics → system status.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Five aggregation endpoints: current, trends, locations, status, model – fixed queries, no N+1.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Honest empty states – “N/A” is never a fabricated zero; uncollected roads report null and unavailable.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</a:rPr>
              <a:t>•  Model provenance shown next to every forecast (dataset_is_simulated: true), and every API-derived string is HTML-escaped before it reaches the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5852160" cy="393192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5394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Verification – 451 automated tests</a:t>
            </a:r>
            <a:r>
              <a:rPr sz="1300" b="0" i="0">
                <a:solidFill>
                  <a:srgbClr val="1F3864"/>
                </a:solidFill>
                <a:latin typeface="Calibri"/>
              </a:rPr>
              <a:t>•  observe → predict → persist against the real artifact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</a:rPr>
              <a:t>•  every dashboard endpoint, freshness boundaries, fixed query counts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</a:rPr>
              <a:t>•  Alembic: apply → verify → reverse → re-apply + offline PostgreSQL DDL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</a:rPr>
              <a:t>•  provider contracts via mocked transports; security + secret-leak tests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</a:rPr>
              <a:t>•  Stage 8: production-guard + XSS tests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</a:rPr>
              <a:t>•  no external services required to run the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737360"/>
            <a:ext cx="4389120" cy="3931920"/>
          </a:xfrm>
          <a:prstGeom prst="roundRect">
            <a:avLst>
              <a:gd name="adj" fmla="val 5000"/>
            </a:avLst>
          </a:prstGeom>
          <a:solidFill>
            <a:srgbClr val="DCE6F1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965960"/>
            <a:ext cx="38404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On the simulated fixture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2400" b="1" i="0">
                <a:solidFill>
                  <a:srgbClr val="548235"/>
                </a:solidFill>
                <a:latin typeface="Calibri"/>
              </a:rPr>
              <a:t>macro F1   0.737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548235"/>
                </a:solidFill>
                <a:latin typeface="Calibri"/>
              </a:rPr>
              <a:t>accuracy   0.856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vs majority-class baseline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95959"/>
                </a:solidFill>
                <a:latin typeface="Calibri"/>
              </a:rPr>
              <a:t>macro F1 0.214 · accuracy 0.750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200" b="0" i="1">
                <a:solidFill>
                  <a:srgbClr val="8A6D1D"/>
                </a:solidFill>
                <a:latin typeface="Calibri"/>
              </a:rPr>
              <a:t>These numbers show the pipeline runs – they are not a statement about real traffic.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Potential Benefits &amp; Drawbacks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5257800" cy="3977639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Benefits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forward-looking – reroute before congestion, not inside 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less idling → saved travel time, fuel and emissions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reproducible, inspectable model, not arbitrary threshold rules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one provider interface – retraining-ready on real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cheap to pilot on free-tier sources (TomTom, keyless Open-Meteo)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20640" cy="3977639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Drawbacks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data gaps: current-conditions-only, quota-limited, no throughput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six prior readings per location before any forecast is possible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simulated-data model – demonstrative until revalidated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privacy and liability around derived travel behaviour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vendor dependence · equity · false-confidence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97880"/>
            <a:ext cx="10545775" cy="50292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The honest drawbacks are designed in – labelling, provenance, production guard; the rest are named in the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Limitations · Future · Deployed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4415" cy="12801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AI-Based Urban Traffic Congestion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653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Page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520440" cy="402336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Limitations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training data is a simulated fixture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vehicle_count NULL on live readings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no historical feed yet – scheduler accumulates 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API unauthenticated until a gateway is added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520440" cy="402336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Future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retrain + revalidate on real ground truth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gateway auth and rate limiting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live TomTom + PostgreSQL round-trip in CI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staging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154680" cy="402336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/>
            <a:r>
              <a:rPr b="1" sz="1300">
                <a:solidFill>
                  <a:srgbClr val="1F3864"/>
                </a:solidFill>
                <a:latin typeface="Calibri"/>
              </a:rPr>
              <a:t>Deployed now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Docker image + docker-compose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CI: 451 tests + image build, green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single-URL public demo (Render)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95959"/>
                </a:solidFill>
                <a:latin typeface="Calibri"/>
              </a:rPr>
              <a:t>–  live TomTom collection enabled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DC3E6"/>
                </a:solidFill>
                <a:latin typeface="Calibri"/>
              </a:rPr>
              <a:t>SLIDE 13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 working, honest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651760"/>
            <a:ext cx="92656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Collect → predict → visualise, verified by 451 automated tests.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Leakage-safe machine learning with provenance on every artifact.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Demonstrated – not field-validated: forecasts improve once real ground truth flows through the same tested pipeline.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Containerised, CI-green and deployed at a public single URL – ready for retraining on real data and gateway hardening.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9DC3E6"/>
                </a:solidFill>
                <a:latin typeface="Calibri"/>
              </a:rPr>
              <a:t>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Project report, deployment guide and full API docs shipped alongside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